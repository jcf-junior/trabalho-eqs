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48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plugins/synced/387cc20f-5480-4ff6-80f3-3d3dfa21ba41_6fa8b462-c658-4eb8-ad84-ea0f3ee2682e/individual-productivity/skills/deck-generator/assets/decor/mc-digital/aro-pi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9601200" y="-201168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1"/>
          <p:cNvSpPr/>
          <p:nvPr/>
        </p:nvSpPr>
        <p:spPr>
          <a:xfrm>
            <a:off x="850392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e Qualidade de Software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50392" y="14173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de Postman e DevOps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testes de API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5039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 por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" y="352044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5"/>
          <p:cNvSpPr/>
          <p:nvPr/>
        </p:nvSpPr>
        <p:spPr>
          <a:xfrm>
            <a:off x="932688" y="3602736"/>
            <a:ext cx="402336" cy="402336"/>
          </a:xfrm>
          <a:prstGeom prst="ellipse">
            <a:avLst/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932688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JJ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72184" y="3520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Júnior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547872" y="352044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9"/>
          <p:cNvSpPr/>
          <p:nvPr/>
        </p:nvSpPr>
        <p:spPr>
          <a:xfrm>
            <a:off x="3630168" y="360273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3630168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69664" y="3520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Gafaria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50392" y="4754880"/>
            <a:ext cx="5106924" cy="1097280"/>
          </a:xfrm>
          <a:prstGeom prst="roundRect">
            <a:avLst>
              <a:gd name="adj" fmla="val 11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1124712" y="5029200"/>
            <a:ext cx="548640" cy="548640"/>
          </a:xfrm>
          <a:prstGeom prst="ellipse">
            <a:avLst/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1663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01952" y="4937760"/>
            <a:ext cx="3872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disponível em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901952" y="5257800"/>
            <a:ext cx="3872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api.jcfjunior.dev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231636" y="4754880"/>
            <a:ext cx="5106924" cy="1097280"/>
          </a:xfrm>
          <a:prstGeom prst="roundRect">
            <a:avLst>
              <a:gd name="adj" fmla="val 11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7"/>
          <p:cNvSpPr/>
          <p:nvPr/>
        </p:nvSpPr>
        <p:spPr>
          <a:xfrm>
            <a:off x="6505956" y="5029200"/>
            <a:ext cx="548640" cy="548640"/>
          </a:xfrm>
          <a:prstGeom prst="ellipse">
            <a:avLst/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166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83196" y="4937760"/>
            <a:ext cx="3872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em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283196" y="5257800"/>
            <a:ext cx="3872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repo.jcfjunior.dev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" y="548640"/>
            <a:ext cx="10488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termos para acompanhar a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0392" y="1508760"/>
            <a:ext cx="331927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1078992" y="1737360"/>
            <a:ext cx="612648" cy="6126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874520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37360"/>
            <a:ext cx="2176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78992" y="248716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automática de passos que leva o código do repositório até ao servidor.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34840" y="1508760"/>
            <a:ext cx="331927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4663440" y="1737360"/>
            <a:ext cx="612648" cy="6126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74520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248" y="1737360"/>
            <a:ext cx="2176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63440" y="248716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serviço do GitHub que executa a pipeline a cada alteração.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19288" y="1508760"/>
            <a:ext cx="331927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0"/>
          <p:cNvSpPr/>
          <p:nvPr/>
        </p:nvSpPr>
        <p:spPr>
          <a:xfrm>
            <a:off x="8247888" y="1737360"/>
            <a:ext cx="612648" cy="6126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874520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97696" y="1737360"/>
            <a:ext cx="2176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(integração contínua)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47888" y="248716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alteração ao código é verificada automaticamente.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50392" y="3703320"/>
            <a:ext cx="331927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4"/>
          <p:cNvSpPr/>
          <p:nvPr/>
        </p:nvSpPr>
        <p:spPr>
          <a:xfrm>
            <a:off x="1078992" y="3931920"/>
            <a:ext cx="612648" cy="6126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4069080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3931920"/>
            <a:ext cx="2176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Docker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078992" y="468172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com a API e tudo o que ela precisa. Corre igual em qualquer máquina.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434840" y="3703320"/>
            <a:ext cx="331927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18"/>
          <p:cNvSpPr/>
          <p:nvPr/>
        </p:nvSpPr>
        <p:spPr>
          <a:xfrm>
            <a:off x="4663440" y="3931920"/>
            <a:ext cx="612648" cy="6126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069080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13248" y="3931920"/>
            <a:ext cx="2176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e Newman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63440" y="468172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Postman define os testes da API. O Newman executa-os dentro da pipeline.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019288" y="3703320"/>
            <a:ext cx="331927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22"/>
          <p:cNvSpPr/>
          <p:nvPr/>
        </p:nvSpPr>
        <p:spPr>
          <a:xfrm>
            <a:off x="8247888" y="3931920"/>
            <a:ext cx="612648" cy="6126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4069080"/>
            <a:ext cx="338328" cy="33832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97696" y="3931920"/>
            <a:ext cx="2176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Preprod e Prod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247888" y="468172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Preprod é o ensaio geral, igual à produção. Prod é o ambiente que os utilizadores usam.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" y="548640"/>
            <a:ext cx="10488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commit à produção em quatro etapas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0392" y="2240280"/>
            <a:ext cx="1097280" cy="1463040"/>
          </a:xfrm>
          <a:prstGeom prst="roundRect">
            <a:avLst>
              <a:gd name="adj" fmla="val 11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423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50392" y="3227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GitHub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2862072"/>
            <a:ext cx="219456" cy="2194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67712" y="1600200"/>
            <a:ext cx="1600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5"/>
          <p:cNvSpPr/>
          <p:nvPr/>
        </p:nvSpPr>
        <p:spPr>
          <a:xfrm>
            <a:off x="2267712" y="1600200"/>
            <a:ext cx="1600200" cy="457200"/>
          </a:xfrm>
          <a:prstGeom prst="roundRect">
            <a:avLst>
              <a:gd name="adj" fmla="val 2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2267712" y="1828800"/>
            <a:ext cx="16002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2267712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40487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o código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404872" y="28346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e formatação.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404872" y="386791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1"/>
          <p:cNvSpPr/>
          <p:nvPr/>
        </p:nvSpPr>
        <p:spPr>
          <a:xfrm>
            <a:off x="2404872" y="38679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push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2862072"/>
            <a:ext cx="219456" cy="2194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187952" y="1600200"/>
            <a:ext cx="1600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3"/>
          <p:cNvSpPr/>
          <p:nvPr/>
        </p:nvSpPr>
        <p:spPr>
          <a:xfrm>
            <a:off x="4187952" y="1600200"/>
            <a:ext cx="1600200" cy="457200"/>
          </a:xfrm>
          <a:prstGeom prst="roundRect">
            <a:avLst>
              <a:gd name="adj" fmla="val 2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4"/>
          <p:cNvSpPr/>
          <p:nvPr/>
        </p:nvSpPr>
        <p:spPr>
          <a:xfrm>
            <a:off x="4187952" y="1828800"/>
            <a:ext cx="16002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5"/>
          <p:cNvSpPr/>
          <p:nvPr/>
        </p:nvSpPr>
        <p:spPr>
          <a:xfrm>
            <a:off x="4187952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432511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a 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325112" y="28346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Newman executa a collection contra a API real.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325112" y="386791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19"/>
          <p:cNvSpPr/>
          <p:nvPr/>
        </p:nvSpPr>
        <p:spPr>
          <a:xfrm>
            <a:off x="4325112" y="38679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push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862072"/>
            <a:ext cx="219456" cy="21945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108192" y="1600200"/>
            <a:ext cx="1600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7" name="Shape 21"/>
          <p:cNvSpPr/>
          <p:nvPr/>
        </p:nvSpPr>
        <p:spPr>
          <a:xfrm>
            <a:off x="6108192" y="1600200"/>
            <a:ext cx="1600200" cy="457200"/>
          </a:xfrm>
          <a:prstGeom prst="roundRect">
            <a:avLst>
              <a:gd name="adj" fmla="val 2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2"/>
          <p:cNvSpPr/>
          <p:nvPr/>
        </p:nvSpPr>
        <p:spPr>
          <a:xfrm>
            <a:off x="6108192" y="1828800"/>
            <a:ext cx="16002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3"/>
          <p:cNvSpPr/>
          <p:nvPr/>
        </p:nvSpPr>
        <p:spPr>
          <a:xfrm>
            <a:off x="6108192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624535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a imagem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245352" y="28346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se 1 e 2 passarem. Nova versão para Intel e ARM.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245352" y="386791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27"/>
          <p:cNvSpPr/>
          <p:nvPr/>
        </p:nvSpPr>
        <p:spPr>
          <a:xfrm>
            <a:off x="6245352" y="38679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no main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2862072"/>
            <a:ext cx="219456" cy="21945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028432" y="1600200"/>
            <a:ext cx="1600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6" name="Shape 29"/>
          <p:cNvSpPr/>
          <p:nvPr/>
        </p:nvSpPr>
        <p:spPr>
          <a:xfrm>
            <a:off x="8028432" y="1600200"/>
            <a:ext cx="1600200" cy="457200"/>
          </a:xfrm>
          <a:prstGeom prst="roundRect">
            <a:avLst>
              <a:gd name="adj" fmla="val 2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Shape 30"/>
          <p:cNvSpPr/>
          <p:nvPr/>
        </p:nvSpPr>
        <p:spPr>
          <a:xfrm>
            <a:off x="8028432" y="1828800"/>
            <a:ext cx="16002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1"/>
          <p:cNvSpPr/>
          <p:nvPr/>
        </p:nvSpPr>
        <p:spPr>
          <a:xfrm>
            <a:off x="8028432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39" name="Text 32"/>
          <p:cNvSpPr/>
          <p:nvPr/>
        </p:nvSpPr>
        <p:spPr>
          <a:xfrm>
            <a:off x="816559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8165592" y="28346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manual da versão e do ambiente.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8165592" y="386791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35"/>
          <p:cNvSpPr/>
          <p:nvPr/>
        </p:nvSpPr>
        <p:spPr>
          <a:xfrm>
            <a:off x="8165592" y="38679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 flipV="1">
            <a:off x="9628632" y="2217420"/>
            <a:ext cx="411480" cy="75438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44" name="Shape 37"/>
          <p:cNvSpPr/>
          <p:nvPr/>
        </p:nvSpPr>
        <p:spPr>
          <a:xfrm>
            <a:off x="10040112" y="1600200"/>
            <a:ext cx="1298448" cy="1234440"/>
          </a:xfrm>
          <a:prstGeom prst="roundRect">
            <a:avLst>
              <a:gd name="adj" fmla="val 1037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5" name="Shape 38"/>
          <p:cNvSpPr/>
          <p:nvPr/>
        </p:nvSpPr>
        <p:spPr>
          <a:xfrm>
            <a:off x="10460736" y="17099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1810512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085832" y="21945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Preprod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10085832" y="24688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Ensaio geral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9628632" y="2971800"/>
            <a:ext cx="411480" cy="75438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50" name="Shape 42"/>
          <p:cNvSpPr/>
          <p:nvPr/>
        </p:nvSpPr>
        <p:spPr>
          <a:xfrm>
            <a:off x="10040112" y="3108960"/>
            <a:ext cx="1298448" cy="1234440"/>
          </a:xfrm>
          <a:prstGeom prst="roundRect">
            <a:avLst>
              <a:gd name="adj" fmla="val 1037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1" name="Shape 43"/>
          <p:cNvSpPr/>
          <p:nvPr/>
        </p:nvSpPr>
        <p:spPr>
          <a:xfrm>
            <a:off x="10460736" y="32186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319272"/>
            <a:ext cx="256032" cy="25603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0085832" y="37033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500" dirty="0"/>
          </a:p>
        </p:txBody>
      </p:sp>
      <p:sp>
        <p:nvSpPr>
          <p:cNvPr id="54" name="Text 45"/>
          <p:cNvSpPr/>
          <p:nvPr/>
        </p:nvSpPr>
        <p:spPr>
          <a:xfrm>
            <a:off x="10085832" y="397764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real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850392" y="4754880"/>
            <a:ext cx="10488168" cy="731520"/>
          </a:xfrm>
          <a:prstGeom prst="roundRect">
            <a:avLst>
              <a:gd name="adj" fmla="val 17500"/>
            </a:avLst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937760"/>
            <a:ext cx="365760" cy="36576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691640" y="47548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uma verificação falha, </a:t>
            </a:r>
            <a:r>
              <a:rPr lang="en-US" sz="17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é construído nem instalado.</a:t>
            </a:r>
            <a:endParaRPr lang="en-US" sz="1700" dirty="0"/>
          </a:p>
        </p:txBody>
      </p:sp>
      <p:sp>
        <p:nvSpPr>
          <p:cNvPr id="58" name="Shape 48"/>
          <p:cNvSpPr/>
          <p:nvPr/>
        </p:nvSpPr>
        <p:spPr>
          <a:xfrm>
            <a:off x="850392" y="5833872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9" name="Text 49"/>
          <p:cNvSpPr/>
          <p:nvPr/>
        </p:nvSpPr>
        <p:spPr>
          <a:xfrm>
            <a:off x="1197864" y="5788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2743200" y="5833872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1" name="Text 51"/>
          <p:cNvSpPr/>
          <p:nvPr/>
        </p:nvSpPr>
        <p:spPr>
          <a:xfrm>
            <a:off x="3090672" y="5788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plugins/synced/387cc20f-5480-4ff6-80f3-3d3dfa21ba41_6fa8b462-c658-4eb8-ad84-ea0f3ee2682e/individual-productivity/skills/deck-generator/assets/decor/mc-digital/aro-lapis-fino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500000">
            <a:off x="10058400" y="448056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1"/>
          <p:cNvSpPr/>
          <p:nvPr/>
        </p:nvSpPr>
        <p:spPr>
          <a:xfrm>
            <a:off x="850392" y="548640"/>
            <a:ext cx="10488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testes Postman correm contra a API real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50392" y="1600200"/>
            <a:ext cx="1914754" cy="2514600"/>
          </a:xfrm>
          <a:prstGeom prst="roundRect">
            <a:avLst>
              <a:gd name="adj" fmla="val 668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1078992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346" y="20116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2743200"/>
            <a:ext cx="1457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a imagem da API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993746" y="1600200"/>
            <a:ext cx="1914754" cy="2514600"/>
          </a:xfrm>
          <a:prstGeom prst="roundRect">
            <a:avLst>
              <a:gd name="adj" fmla="val 668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6"/>
          <p:cNvSpPr/>
          <p:nvPr/>
        </p:nvSpPr>
        <p:spPr>
          <a:xfrm>
            <a:off x="3222346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699" y="20116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2346" y="2743200"/>
            <a:ext cx="1457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a API e a base de dados com Docker Compose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137099" y="1600200"/>
            <a:ext cx="1914754" cy="2514600"/>
          </a:xfrm>
          <a:prstGeom prst="roundRect">
            <a:avLst>
              <a:gd name="adj" fmla="val 668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9"/>
          <p:cNvSpPr/>
          <p:nvPr/>
        </p:nvSpPr>
        <p:spPr>
          <a:xfrm>
            <a:off x="5365699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53" y="201168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65699" y="2743200"/>
            <a:ext cx="1457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que a API responda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280453" y="1600200"/>
            <a:ext cx="1914754" cy="2514600"/>
          </a:xfrm>
          <a:prstGeom prst="roundRect">
            <a:avLst>
              <a:gd name="adj" fmla="val 668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2"/>
          <p:cNvSpPr/>
          <p:nvPr/>
        </p:nvSpPr>
        <p:spPr>
          <a:xfrm>
            <a:off x="7509053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06" y="20116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09053" y="2743200"/>
            <a:ext cx="1457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a collection: 43 pedidos, 66 verificações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9423806" y="1600200"/>
            <a:ext cx="1914754" cy="2514600"/>
          </a:xfrm>
          <a:prstGeom prst="roundRect">
            <a:avLst>
              <a:gd name="adj" fmla="val 668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15"/>
          <p:cNvSpPr/>
          <p:nvPr/>
        </p:nvSpPr>
        <p:spPr>
          <a:xfrm>
            <a:off x="9652406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201168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652406" y="2743200"/>
            <a:ext cx="1457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o resultado no GitHub: verde ou vermelho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850392" y="457200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18"/>
          <p:cNvSpPr/>
          <p:nvPr/>
        </p:nvSpPr>
        <p:spPr>
          <a:xfrm>
            <a:off x="1143000" y="4572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collection cria os seus próprios dados e apaga-os no fim.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40B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um teste falhar, a imagem não é construída.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plugins/synced/387cc20f-5480-4ff6-80f3-3d3dfa21ba41_6fa8b462-c658-4eb8-ad84-ea0f3ee2682e/individual-productivity/skills/deck-generator/assets/decor/mc-digital/aro-pi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8138160" y="2377440"/>
            <a:ext cx="5120640" cy="5120640"/>
          </a:xfrm>
          <a:prstGeom prst="rect">
            <a:avLst/>
          </a:prstGeom>
        </p:spPr>
      </p:pic>
      <p:pic>
        <p:nvPicPr>
          <p:cNvPr id="3" name="Image 1" descr="/root/.claude/plugins/synced/387cc20f-5480-4ff6-80f3-3d3dfa21ba41_6fa8b462-c658-4eb8-ad84-ea0f3ee2682e/individual-productivity/skills/deck-generator/assets/decor/mc-digital/aro-lapis-fino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-1200000">
            <a:off x="-822960" y="-1005840"/>
            <a:ext cx="2377440" cy="23774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B66A"/>
          </a:solidFill>
          <a:ln w="12700">
            <a:solidFill>
              <a:srgbClr val="2DB6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1"/>
          <p:cNvSpPr/>
          <p:nvPr/>
        </p:nvSpPr>
        <p:spPr>
          <a:xfrm>
            <a:off x="850392" y="2514600"/>
            <a:ext cx="91256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Office PowerPoint</Application>
  <PresentationFormat>Ecrã Panorâmico</PresentationFormat>
  <Paragraphs>70</Paragraphs>
  <Slides>5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DevOps com Postman</dc:title>
  <dc:subject>PptxGenJS Presentation</dc:subject>
  <dc:creator>José Júnior</dc:creator>
  <cp:lastModifiedBy>JUNIOR Jose C</cp:lastModifiedBy>
  <cp:revision>2</cp:revision>
  <dcterms:created xsi:type="dcterms:W3CDTF">2026-10-12T22:29:58Z</dcterms:created>
  <dcterms:modified xsi:type="dcterms:W3CDTF">2026-10-12T22:32:24Z</dcterms:modified>
</cp:coreProperties>
</file>